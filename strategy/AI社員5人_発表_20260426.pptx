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60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Kawaru事業部は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400" b="1">
                <a:solidFill>
                  <a:srgbClr val="2563EB"/>
                </a:solidFill>
                <a:latin typeface="Noto Sans JP"/>
              </a:rPr>
              <a:t>コストの話がしにくい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6B7280"/>
                </a:solidFill>
                <a:latin typeface="Noto Sans JP"/>
              </a:rPr>
              <a:t>既存事業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固定業務がある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削減対象が見える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Kawaru事業部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削減対象がそもそもない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Kawaru事業部の現状：4サービスを2人体制で動かしている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59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931920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すでにAI社員5人を動かしている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大川主導で AI社員5人 を動かして事業部を回している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こういう5人構成を考えています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事業を回すために必要な機能を、5人のAI社員に分けた</a:t>
            </a:r>
          </a:p>
        </p:txBody>
      </p:sp>
      <p:sp>
        <p:nvSpPr>
          <p:cNvPr id="7" name="Oval 6"/>
          <p:cNvSpPr/>
          <p:nvPr/>
        </p:nvSpPr>
        <p:spPr>
          <a:xfrm>
            <a:off x="516636" y="2743200"/>
            <a:ext cx="2011680" cy="20116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6636" y="2743200"/>
            <a:ext cx="2011680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9" name="Oval 8"/>
          <p:cNvSpPr/>
          <p:nvPr/>
        </p:nvSpPr>
        <p:spPr>
          <a:xfrm>
            <a:off x="2802636" y="2743200"/>
            <a:ext cx="2011680" cy="20116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02636" y="2743200"/>
            <a:ext cx="2011680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11" name="Oval 10"/>
          <p:cNvSpPr/>
          <p:nvPr/>
        </p:nvSpPr>
        <p:spPr>
          <a:xfrm>
            <a:off x="5088636" y="2743200"/>
            <a:ext cx="2011680" cy="20116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8636" y="2743200"/>
            <a:ext cx="2011680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3" name="Oval 12"/>
          <p:cNvSpPr/>
          <p:nvPr/>
        </p:nvSpPr>
        <p:spPr>
          <a:xfrm>
            <a:off x="7374636" y="2743200"/>
            <a:ext cx="2011680" cy="20116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74636" y="2743200"/>
            <a:ext cx="2011680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5" name="Oval 14"/>
          <p:cNvSpPr/>
          <p:nvPr/>
        </p:nvSpPr>
        <p:spPr>
          <a:xfrm>
            <a:off x="9660636" y="2743200"/>
            <a:ext cx="2011680" cy="20116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60636" y="2743200"/>
            <a:ext cx="2011680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12080"/>
            <a:ext cx="11274552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2563EB"/>
                </a:solidFill>
                <a:latin typeface="Noto Sans JP"/>
              </a:rPr>
              <a:t>この 5人 で事業を動かす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33172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3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29183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425195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契約書 / 請求書 / 利用契約書 / プライバシーポリシー / PL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7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521207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競合調査 / 市場調査 / 料金設計 / データ分析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4人 = 各領域の戦略 + 実行  /  戦略・プロダクトAI = リサーチ・分析担当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これが事業でやるべき仕事のすべて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4336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3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74552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600" b="1">
                <a:solidFill>
                  <a:srgbClr val="2563EB"/>
                </a:solidFill>
                <a:latin typeface="Noto Sans JP"/>
              </a:rPr>
              <a:t>事業の全部の仕事を 5人で網羅している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今こう使ってます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94560" cy="5486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194560" cy="3657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展示会クリエイティブ指示書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LINE配信シナリオ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SNS投稿生成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LP構成案・コピー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YouTube → SNS 転記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371600"/>
            <a:ext cx="2194560" cy="5486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2194560" cy="3657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商談前ブリーフィング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提案書骨子（髙橋メソッド）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フォローメール（一括）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要件ヒアリング整理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見積書作成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371600"/>
            <a:ext cx="2194560" cy="5486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194560" cy="3657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NTT 研修スライド200枚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中西 Dify構築（5h）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キリン 研修PM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ブロードリンク 省エネ運用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カリキュラム設計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371600"/>
            <a:ext cx="2194560" cy="5486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011680"/>
            <a:ext cx="2194560" cy="3657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契約書チェック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PL自動更新（SUMIFS）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受信トレイ整理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月次レポート生成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ツールコスト最適化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1371600"/>
            <a:ext cx="2194560" cy="5486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2011680"/>
            <a:ext cx="2194560" cy="3657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競合調査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料金設計試算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ローンチ後データ分析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プロダクト改善提案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• 朝の工程表 / 週次レポート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いろんな領域で AI社員 を使い倒している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8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4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9月末までのロードマップ：何をどうしていくか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9436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9720" y="1371600"/>
            <a:ext cx="2542032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Agent Teams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84832"/>
            <a:ext cx="1371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084832"/>
            <a:ext cx="128016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084832"/>
            <a:ext cx="5943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NTT・中西デリバリー継続 / 戦略AIで競合・料金リサーチ強化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2084832"/>
            <a:ext cx="2542032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構造設計の検討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79192"/>
            <a:ext cx="1371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2679192"/>
            <a:ext cx="128016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679192"/>
            <a:ext cx="5943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マーケAI立ち上げ(LP・LINE) / 営業AI立ち上げ(商談前準備テンプレ)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2679192"/>
            <a:ext cx="2542032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5人の役割分担を設計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73552"/>
            <a:ext cx="13716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273552"/>
            <a:ext cx="128016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273552"/>
            <a:ext cx="5943600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Kawaru β版ローンチ実施 / 5人で連携運用テスト開始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3273552"/>
            <a:ext cx="2542032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初期構築 (3人連携)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67912"/>
            <a:ext cx="1371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3867912"/>
            <a:ext cx="128016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3867912"/>
            <a:ext cx="5943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β版運用フィードバック反映 / プロダクト改善ループ確立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867912"/>
            <a:ext cx="2542032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連携テスト / デモ実装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62272"/>
            <a:ext cx="1371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8月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4462272"/>
            <a:ext cx="128016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4人分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4462272"/>
            <a:ext cx="59436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事務・法務AI追加(契約書/PL/利用規約自動化)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4462272"/>
            <a:ext cx="2542032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5人連携リハーサル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6632"/>
            <a:ext cx="13716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74519" y="5056632"/>
            <a:ext cx="128016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5056632"/>
            <a:ext cx="5943600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5人フル稼働 / プロダクト × デリバリー両輪完成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5056632"/>
            <a:ext cx="2542032" cy="64008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5人協働で事業を動かす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JP"/>
              </a:rPr>
              <a:t>5人を網羅的に同時進行で育てる + Agent Teamsを並走で構築する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